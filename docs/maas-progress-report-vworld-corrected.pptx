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132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ECDEB"/>
                </a:solidFill>
                <a:latin typeface="Malgun Gothic"/>
              </a:rPr>
              <a:t>ARR / MAAS / Playwright DOM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algun Gothic"/>
              </a:rPr>
              <a:t>법규 기반 매스 생성
진행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23160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CE6F0"/>
                </a:solidFill>
                <a:latin typeface="Malgun Gothic"/>
              </a:rPr>
              <a:t>PNU 1168011800104170004 · /design DOM/API capture · VWorld 3D 미검증</a:t>
            </a:r>
          </a:p>
        </p:txBody>
      </p:sp>
      <p:pic>
        <p:nvPicPr>
          <p:cNvPr id="5" name="Picture 4" descr="design_optimize_result_with_2d_fallback_116801180010417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46120"/>
            <a:ext cx="7772400" cy="539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Playwright DOM/API 캡처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control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17320"/>
            <a:ext cx="2788920" cy="3537167"/>
          </a:xfrm>
          <a:prstGeom prst="rect">
            <a:avLst/>
          </a:prstGeom>
        </p:spPr>
      </p:pic>
      <p:pic>
        <p:nvPicPr>
          <p:cNvPr id="6" name="Picture 5" descr="maas_2d_mass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1417320"/>
            <a:ext cx="3154680" cy="50074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3720" y="141732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03720" y="1417320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1563624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검증 PNU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888" y="1892808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1168011800104170004
264.13 m²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542032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2542032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2688336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API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3017520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site-boundary
constraints
jobs/results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666744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3666744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3813048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4142231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18 candidates
18 pareto
0 errors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791456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4791456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04888" y="4937760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주의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5266944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WebGL fallback
2D 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법규 산정 근거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legal_basi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2926080" cy="27476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86200" y="1417320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14173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87368" y="1563624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Datum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7368" y="1892808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NGII local DEM
대지 14개 샘플
도로 3개 샘플
인접대지 13개 샘플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417320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417320"/>
            <a:ext cx="54864" cy="114300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63624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8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§119 대지 기준면
§86 평균수평면
정북일조 기준면
채광사선 참고면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852928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2852928"/>
            <a:ext cx="54864" cy="114300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9992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도로/인접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3328416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검출 도로폭 37.5m
전면도로 후보 1개
인접대지 후보 4개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852928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2852928"/>
            <a:ext cx="54864" cy="114300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9992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해석 주의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28416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채광사선은 reference.
최종 pass/fail은 매스 창면 기반 ray 검토 필요.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407408"/>
            <a:ext cx="4389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5C6574"/>
                </a:solidFill>
                <a:latin typeface="Malgun Gothic"/>
              </a:defRPr>
            </a:pPr>
            <a:r>
              <a:t>PPT에 넣은 법규 값은 Playwright capture-result-with-fallback.json의 화면 텍스트 기준</a:t>
            </a:r>
          </a:p>
          <a:p>
            <a:pPr>
              <a:spcAft>
                <a:spcPts val="600"/>
              </a:spcAft>
              <a:defRPr sz="1150">
                <a:solidFill>
                  <a:srgbClr val="5C6574"/>
                </a:solidFill>
                <a:latin typeface="Malgun Gothic"/>
              </a:defRPr>
            </a:pPr>
            <a:r>
              <a:t>완성 법규검토가 아니라 datum/envelope/후보 생성 검증 상태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Constraint / Datum /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sign_1168011800104170004_04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303520" cy="29832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80760" y="137160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54864" cy="109728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517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화면상 법규 패널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184708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건폐율 ≤ 60%
용적률 ≤ 250%
인접대지 ≥ 0.5m
조경면적 ≥ 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65176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2651760"/>
            <a:ext cx="54864" cy="109728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279806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단면 표기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312724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정북일조 H/2는 H = 2x.
라벨은 2:1이 맞다.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9319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39319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40782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품질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440740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plan PNG, section PNG, VWorld/Cesium이 서로 맞아야 최종 검증으로 볼 수 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2D Mass Preview와 Building Mass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2d_mass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4800600" cy="7620000"/>
          </a:xfrm>
          <a:prstGeom prst="rect">
            <a:avLst/>
          </a:prstGeom>
        </p:spPr>
      </p:pic>
      <p:pic>
        <p:nvPicPr>
          <p:cNvPr id="6" name="Picture 5" descr="maas_building_m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1417320"/>
            <a:ext cx="2103120" cy="2103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96128" y="3703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96128" y="37033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38496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7296" y="4178808"/>
            <a:ext cx="21305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형태 maas_legal_envelope
높이 16.8m
층수 6F
BCR 39.0%
FAR 175.5%
연면적 463m²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96128" y="507492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5074920"/>
            <a:ext cx="54864" cy="86868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52212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의미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5550408"/>
            <a:ext cx="2130552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WebGL이 꺼져도 mass_geojson 기반 fallback으로 후보 형상을 확인.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후보 리스트: 계단/스텝 매스 포함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89888"/>
          <a:ext cx="8183876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"/>
                <a:gridCol w="1800453"/>
                <a:gridCol w="2946196"/>
                <a:gridCol w="900226"/>
                <a:gridCol w="900226"/>
                <a:gridCol w="1063904"/>
              </a:tblGrid>
              <a:tr h="340360"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화면명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operator / mass_shape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연면적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일조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법규엔벨로프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legal_layered_max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포디움/타워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lift_overlap_slabs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62.4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다단 일조스텝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grammar_sunlight_multi_step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포디움+타워오프셋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grammar_podium_tower_offset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오버랩+시프트+테라스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grammar_overlap_shift_terrace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코너/오픈코트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court_open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테라스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grade_terrace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분절+브릿지+계단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grammar_split_lift_stepback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265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69.6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4800600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계단 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다단 일조스텝
분절+브릿지+계단
테라스/stepback 계열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4800600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Playwright capture text에 18개 후보명과 OK 상태가 기록됨.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4800600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주의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화면상 6F/16.8m 지표와 evidence sample의 5F/17.5m dry-run은 서로 다른 검증 산출 시점.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바뀐 MAAS 로직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3886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legacy 10종은 더 이상 capacity source가 아니다.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legal envelope가 capacity anchor이고, legal_layered_max가 먼저 들어간다.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grammar/morphology seed가 생성된다: notch, court, split, branch, pinch, interlock, overlap, terrace, tower, taper, grade.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각 후보는 repair_design과 legal metrics를 통과해야 리스트에 남는다.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후보 선택은 점수만이 아니라 concept family diversity를 보존한다.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92040" y="1508760"/>
          <a:ext cx="356615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787"/>
                <a:gridCol w="2068372"/>
              </a:tblGrid>
              <a:tr h="38862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 envelope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층별 허용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floor plates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FAR/BCR/height 기반 stack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seed grammar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계단/분절/테라스 등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repair/check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 실패 후보 제거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rank/select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capacity + diversity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892040" y="4160520"/>
            <a:ext cx="3566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92040" y="41605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3207" y="4306824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코드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7" y="4636008"/>
            <a:ext cx="31821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legal_mesh_optimizer.py
seed_library.py
grammar/sequence_library.py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계단/스텝 생성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123444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grammar_sunlight_multi_step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base(site)
step_envelope(bands=4)
층별 법규 envelope 추종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4992" y="1417320"/>
            <a:ext cx="54864" cy="123444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grammar_split_lift_stepback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split(x)
lift(upper 0.66)
grade(north)
분절+후퇴 상층부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1417320"/>
            <a:ext cx="54864" cy="123444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compact visual volumes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step/terrace/grade/tower는 volume band를 4단계까지 분할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63240"/>
            <a:ext cx="7406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계단 mass는 단순 라벨이 아니라 grammar sequence가 geometry로 해석되고 legal repair/check를 지난다.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wants_stepped_display가 켜진 후보는 floor plate stack을 band로 묶어 사용자-facing mass volume으로 만든다.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높은 footprint IoU라도 section/volume profile이 다르면 sectional alternative로 유지된다.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Diversity Review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8046717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737"/>
                <a:gridCol w="2414016"/>
                <a:gridCol w="1609344"/>
                <a:gridCol w="724204"/>
                <a:gridCol w="643737"/>
                <a:gridCol w="804672"/>
                <a:gridCol w="563270"/>
                <a:gridCol w="643737"/>
              </a:tblGrid>
              <a:tr h="495300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mass_shape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concept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height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BCR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FAR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vol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plates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legal_layered_max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법규엔벨로프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lift_overlap_slabs_layered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포디움/타워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grammar_sunlight_multi_step_layered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다단 일조스텝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grammar_podium_tower_offset_layered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포디움+타워오프셋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slender_bar_east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바형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45.73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137.2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8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4736592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8 candidates
8 unique mass_shape
8 unique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4736592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하나의 legal box가 아니라 plan/section concept가 분리됨.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16752" y="4736592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남은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3D diversity validator를 validators.runs[]에 넣어야 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Evidence Bundle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89888"/>
            <a:ext cx="3794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schema_version: arr.maas.evidence.v0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bundle: maas-evidence:6ee6...:900000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candidate: maas_01 / legal_layered_max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checks: 7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final decision: needs_evidence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missing evidence: 4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diversity class: plan_diverse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5087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92040" y="150876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93207" y="1655063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왜 필요?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7" y="19842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Agent가 말로 판단하지 않고 site/candidate/geometry/legal/program/assets/provenance/checks를 근거로 리뷰.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8803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2880360"/>
            <a:ext cx="54864" cy="114300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7" y="3026664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완성 아님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7" y="33558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unknown은 pass가 아니며, parking/fire/energy/structural 등은 needs_evidence로 남는다.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42519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4251960"/>
            <a:ext cx="54864" cy="114300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4398264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Graph DB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47274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geometry는 GeoJSON/assets에 두고 Neo4j는 법규/근거/후보 lineage provenance에 사용.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Nano Banana / Aesthetic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62e70d5c89fd8b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4752"/>
            <a:ext cx="2971800" cy="2971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77639" y="1444752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7639" y="1444752"/>
            <a:ext cx="54864" cy="987552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78807" y="1591056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구현된 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7" y="1920240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nano-banana provider는 Gemini API 우선. GEMINI_API_KEY 또는 GOOGLE_API_KEY 사용, 기본 모델 gemini-2.5-flash-image-preview.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670048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2670048"/>
            <a:ext cx="54864" cy="987552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7" y="2816352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현재 dry-run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7" y="3145536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locked reference PNG까지 생성됨. provider key/endpoint가 없으면 needs_provider로 반환하고 생성 성공처럼 꾸미지 않는다.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895344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3895344"/>
            <a:ext cx="54864" cy="987552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7" y="4041648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안전 계약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4370831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이미지 모델은 facade/material/window rhythm만 변경. silhouette, footprint, roofline, height, floor count, massing steps, setbacks 변경 금지.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Aesthetic은 법규 대체가 아님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7315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MAAS evidence bundle → locked reference render spec → facade/material prompt → image backend → silhouette/geometry validation → evidence asset reference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OpenAI adapter는 gpt-image-2 기본값으로 수정됨.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Nano Banana adapter는 Gemini 2.5 Flash Image preview 기본값과 generic HTTP fallback을 같이 지원.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UniTEX는 Apache-2.0 repo를 체크아웃했지만, ARR Django venv에 설치하지 않고 별도 CUDA worker 후보로 둔다.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어떤 이미지 backend도 legal checks를 pass로 만들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현재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Playwright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Headless Chromium에서 Cesium/WebGL 픽셀 검증은 불안정. VWorld가 아니라 API/DOM/2D fallback 검증까지만 확실.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4173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1728" y="1417320"/>
            <a:ext cx="54864" cy="109728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18928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§119 &gt;3m true area partition, mass-aware daylight, front-road height envelope는 미완성.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889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9352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매스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2644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program/core/corridor/egress/depth rule은 1차 수준. single-volume 후보는 floor plate reviewability가 낮음.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27889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1728" y="2788920"/>
            <a:ext cx="54864" cy="109728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9352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복잡 필지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32644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concave/multi-road parcel은 buildable footprint clipping과 road datum 신뢰성 보강 필요.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다음 구현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6304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1. Playwright/real-browser 캡처 세트를 후보 선택별로 더 늘린다: legal_layered, multi_step, split_lift_stepback.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2. §119 3m 초과 지반을 DEM/contour 기반 true area polygon partition으로 구현한다.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3. mass-aware daylight: selected mass wall/window candidates → perpendicular distance rays → pass/fail section.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4. 3D diversity validator를 evidence validators.runs[]에 추가한다.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5. Nano Banana 실제 provider key 연결 시 생성 asset을 evidence.assets.aesthetic에 붙이고 silhouette validation을 통과시킨다.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6. VWorld layer controller/legend를 제품 검토 화면으로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4980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9ECDEB"/>
                </a:solidFill>
                <a:latin typeface="Malgun Gothic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지금 보여줄 핵심은
VWorld가 아니라 DOM/API와 MAAS 근거다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2788920"/>
            <a:ext cx="54864" cy="123444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Playwright 캡처
법규 패널
2D mass preview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2788920"/>
            <a:ext cx="54864" cy="123444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legal envelope first
seed/operator diversity
계단/스텝 grammar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2788920"/>
            <a:ext cx="54864" cy="123444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이미지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Nano Banana adapter
locked reference PNG
needs_provider 정직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DCE6F0"/>
                </a:solidFill>
                <a:latin typeface="Malgun Gothic"/>
              </a:rPr>
              <a:t>산출 파일: docs/maas-progress-report.pptx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