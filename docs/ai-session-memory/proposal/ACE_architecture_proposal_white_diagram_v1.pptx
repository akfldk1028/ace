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4360" y="1051560"/>
            <a:ext cx="5577840" cy="2377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Graph DB? ???</a:t>
            </a:r>
            <a:br/>
            <a:r>
              <a:t>??????? ???</a:t>
            </a:r>
            <a:br/>
            <a:r>
              <a:t>???? ??? ?</a:t>
            </a:r>
            <a:br/>
            <a:r>
              <a:t>?? ?? ?? ??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1792" y="3977639"/>
            <a:ext cx="53035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700" b="0">
                <a:solidFill>
                  <a:srgbClr val="1F2933"/>
                </a:solidFill>
                <a:latin typeface="Malgun Gothic"/>
              </a:defRPr>
            </a:pPr>
            <a:r>
              <a:t>????? ?? ???? ???? ??? ??</a:t>
            </a:r>
            <a:br/>
            <a:r>
              <a:t>?? ??? ?? ? ?? ????</a:t>
            </a:r>
          </a:p>
        </p:txBody>
      </p:sp>
      <p:cxnSp>
        <p:nvCxnSpPr>
          <p:cNvPr id="95" name="Connector 94"/>
          <p:cNvCxnSpPr/>
          <p:nvPr/>
        </p:nvCxnSpPr>
        <p:spPr>
          <a:xfrm flipV="1">
            <a:off x="5943600" y="2151126"/>
            <a:ext cx="2112264" cy="912114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055864" y="2151126"/>
            <a:ext cx="2688336" cy="912114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8631936" y="3063240"/>
            <a:ext cx="2112264" cy="1036929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 flipV="1">
            <a:off x="5943600" y="3063240"/>
            <a:ext cx="2688336" cy="1036929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903720" y="2295144"/>
            <a:ext cx="1152144" cy="336042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8055864" y="2295144"/>
            <a:ext cx="528066" cy="220827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7431786" y="2515971"/>
            <a:ext cx="1152144" cy="3264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903720" y="2631186"/>
            <a:ext cx="528066" cy="211226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03720" y="1479042"/>
            <a:ext cx="0" cy="1152144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8055864" y="1143000"/>
            <a:ext cx="0" cy="1152144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8583930" y="1363827"/>
            <a:ext cx="0" cy="1152144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431786" y="1690268"/>
            <a:ext cx="0" cy="1152144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6903720" y="1143000"/>
            <a:ext cx="1152144" cy="336042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8055864" y="1143000"/>
            <a:ext cx="528066" cy="220827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>
            <a:off x="7431786" y="1363827"/>
            <a:ext cx="1152144" cy="3264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 flipV="1">
            <a:off x="6903720" y="1479042"/>
            <a:ext cx="528066" cy="211226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863840" y="2007108"/>
            <a:ext cx="1296162" cy="336042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160002" y="2007108"/>
            <a:ext cx="528066" cy="220827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8391906" y="2227935"/>
            <a:ext cx="1296162" cy="3264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863840" y="2343150"/>
            <a:ext cx="528066" cy="211226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7863840" y="710946"/>
            <a:ext cx="0" cy="1632204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9160002" y="374904"/>
            <a:ext cx="0" cy="1632204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9688068" y="595731"/>
            <a:ext cx="0" cy="1632204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8391906" y="922172"/>
            <a:ext cx="0" cy="1632204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7863840" y="374904"/>
            <a:ext cx="1296162" cy="336042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160002" y="374904"/>
            <a:ext cx="528066" cy="220827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>
            <a:off x="8391906" y="595731"/>
            <a:ext cx="1296162" cy="3264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 flipV="1">
            <a:off x="7863840" y="710946"/>
            <a:ext cx="528066" cy="211226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8823960" y="2391156"/>
            <a:ext cx="1056132" cy="336042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9880092" y="2391156"/>
            <a:ext cx="528066" cy="220827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9352026" y="2611983"/>
            <a:ext cx="1056132" cy="3264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823960" y="2727198"/>
            <a:ext cx="528066" cy="211226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8823960" y="1767078"/>
            <a:ext cx="0" cy="96012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9880092" y="1431036"/>
            <a:ext cx="0" cy="96012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0408158" y="1651863"/>
            <a:ext cx="0" cy="96012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9352026" y="1978304"/>
            <a:ext cx="0" cy="96012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8823960" y="1431036"/>
            <a:ext cx="1056132" cy="336042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9880092" y="1431036"/>
            <a:ext cx="528066" cy="220827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>
            <a:off x="9352026" y="1651863"/>
            <a:ext cx="1056132" cy="3264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 flipV="1">
            <a:off x="8823960" y="1767078"/>
            <a:ext cx="528066" cy="211226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7671816" y="2871215"/>
            <a:ext cx="1632204" cy="336043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9304020" y="2871215"/>
            <a:ext cx="528066" cy="220828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199882" y="3092043"/>
            <a:ext cx="1632204" cy="3264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671816" y="3207258"/>
            <a:ext cx="528066" cy="211226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7671816" y="2343150"/>
            <a:ext cx="0" cy="86410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9304020" y="2007107"/>
            <a:ext cx="0" cy="86410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832086" y="2227935"/>
            <a:ext cx="0" cy="86410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8199882" y="2554376"/>
            <a:ext cx="0" cy="86410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7671816" y="2007107"/>
            <a:ext cx="1632204" cy="336043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9304020" y="2007107"/>
            <a:ext cx="528066" cy="220828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H="1">
            <a:off x="8199882" y="2227935"/>
            <a:ext cx="1632204" cy="3264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H="1" flipV="1">
            <a:off x="7671816" y="2343150"/>
            <a:ext cx="528066" cy="211226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5367528" y="3524097"/>
            <a:ext cx="2304288" cy="1027329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6423660" y="3524097"/>
            <a:ext cx="2304288" cy="1027329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8343900" y="3524097"/>
            <a:ext cx="2304288" cy="1027329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10168128" y="3524097"/>
            <a:ext cx="2304288" cy="1027329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1224260" y="3524097"/>
            <a:ext cx="2304288" cy="1027329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6327648" y="1671066"/>
            <a:ext cx="1728216" cy="691286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8151875" y="1671066"/>
            <a:ext cx="1728217" cy="691286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0072116" y="1671066"/>
            <a:ext cx="1728216" cy="691286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5788152" y="850392"/>
            <a:ext cx="1283817" cy="17830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7071969" y="1028700"/>
            <a:ext cx="927202" cy="64190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H="1">
            <a:off x="6822338" y="1670608"/>
            <a:ext cx="1176833" cy="356616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H="1">
            <a:off x="5681167" y="850392"/>
            <a:ext cx="106985" cy="927201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681167" y="1777593"/>
            <a:ext cx="748893" cy="89154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6430060" y="2027224"/>
            <a:ext cx="392278" cy="641909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6822338" y="2027224"/>
            <a:ext cx="927202" cy="570586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H="1" flipV="1">
            <a:off x="5788152" y="850392"/>
            <a:ext cx="1961388" cy="174741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ounded Rectangle 162"/>
          <p:cNvSpPr/>
          <p:nvPr/>
        </p:nvSpPr>
        <p:spPr>
          <a:xfrm>
            <a:off x="5623560" y="685800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907377" y="864108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7834579" y="1506016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6657746" y="1862632"/>
            <a:ext cx="627644" cy="271028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???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5516575" y="1613001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6265468" y="2504541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????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7584948" y="2433218"/>
            <a:ext cx="627644" cy="271028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621792"/>
            <a:ext cx="10515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?? ?? ??? ?? ??? ????? ?????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1005840" y="1920240"/>
            <a:ext cx="34747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1F2933"/>
                </a:solidFill>
                <a:latin typeface="Malgun Gothic"/>
              </a:defRPr>
            </a:pPr>
            <a:r>
              <a:t>1. ??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5840" y="2578608"/>
            <a:ext cx="34747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0">
                <a:solidFill>
                  <a:srgbClr val="1F2933"/>
                </a:solidFill>
                <a:latin typeface="Malgun Gothic"/>
              </a:defRPr>
            </a:pPr>
            <a:r>
              <a:t>2. ?? ??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05840" y="3236976"/>
            <a:ext cx="34747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0">
                <a:solidFill>
                  <a:srgbClr val="1F2933"/>
                </a:solidFill>
                <a:latin typeface="Malgun Gothic"/>
              </a:defRPr>
            </a:pPr>
            <a:r>
              <a:t>3. ?? ??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05840" y="3895344"/>
            <a:ext cx="34747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0">
                <a:solidFill>
                  <a:srgbClr val="1F2933"/>
                </a:solidFill>
                <a:latin typeface="Malgun Gothic"/>
              </a:defRPr>
            </a:pPr>
            <a:r>
              <a:t>4. ?? ?? ??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05840" y="4553712"/>
            <a:ext cx="34747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0">
                <a:solidFill>
                  <a:srgbClr val="1F2933"/>
                </a:solidFill>
                <a:latin typeface="Malgun Gothic"/>
              </a:defRPr>
            </a:pPr>
            <a:r>
              <a:t>5. ??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709160" y="2011680"/>
            <a:ext cx="914400" cy="585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5623560" y="2304288"/>
            <a:ext cx="137160" cy="0"/>
          </a:xfrm>
          <a:prstGeom prst="line">
            <a:avLst/>
          </a:prstGeom>
          <a:ln w="1651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5806440" y="2011680"/>
            <a:ext cx="914400" cy="585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6720840" y="2304288"/>
            <a:ext cx="137160" cy="0"/>
          </a:xfrm>
          <a:prstGeom prst="line">
            <a:avLst/>
          </a:prstGeom>
          <a:ln w="1651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6903720" y="2011680"/>
            <a:ext cx="914400" cy="585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7818120" y="2304288"/>
            <a:ext cx="137159" cy="0"/>
          </a:xfrm>
          <a:prstGeom prst="line">
            <a:avLst/>
          </a:prstGeom>
          <a:ln w="1651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8001000" y="2011680"/>
            <a:ext cx="914400" cy="585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8915400" y="2304288"/>
            <a:ext cx="137159" cy="0"/>
          </a:xfrm>
          <a:prstGeom prst="line">
            <a:avLst/>
          </a:prstGeom>
          <a:ln w="1651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/>
          <p:cNvSpPr/>
          <p:nvPr/>
        </p:nvSpPr>
        <p:spPr>
          <a:xfrm>
            <a:off x="9098280" y="2011680"/>
            <a:ext cx="914400" cy="585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2933"/>
                </a:solidFill>
                <a:latin typeface="Malgun Gothic"/>
              </a:defRPr>
            </a:pPr>
            <a:r>
              <a:t>???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10012680" y="2304288"/>
            <a:ext cx="137160" cy="0"/>
          </a:xfrm>
          <a:prstGeom prst="line">
            <a:avLst/>
          </a:prstGeom>
          <a:ln w="1651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le 109"/>
          <p:cNvSpPr/>
          <p:nvPr/>
        </p:nvSpPr>
        <p:spPr>
          <a:xfrm>
            <a:off x="10195560" y="2011680"/>
            <a:ext cx="914400" cy="585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1109960" y="2304288"/>
            <a:ext cx="137159" cy="0"/>
          </a:xfrm>
          <a:prstGeom prst="line">
            <a:avLst/>
          </a:prstGeom>
          <a:ln w="1651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ounded Rectangle 111"/>
          <p:cNvSpPr/>
          <p:nvPr/>
        </p:nvSpPr>
        <p:spPr>
          <a:xfrm>
            <a:off x="11292840" y="2011680"/>
            <a:ext cx="914400" cy="585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cxnSp>
        <p:nvCxnSpPr>
          <p:cNvPr id="113" name="Connector 112"/>
          <p:cNvCxnSpPr/>
          <p:nvPr/>
        </p:nvCxnSpPr>
        <p:spPr>
          <a:xfrm flipV="1">
            <a:off x="6629400" y="3658514"/>
            <a:ext cx="1247241" cy="538582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876641" y="3658514"/>
            <a:ext cx="1587399" cy="538582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>
            <a:off x="8216798" y="4197096"/>
            <a:ext cx="1247242" cy="612282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 flipV="1">
            <a:off x="6629400" y="4197096"/>
            <a:ext cx="1587398" cy="612282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7196328" y="3743553"/>
            <a:ext cx="680313" cy="198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876641" y="3743553"/>
            <a:ext cx="311811" cy="130394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7508138" y="3873947"/>
            <a:ext cx="680314" cy="19275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196328" y="3941978"/>
            <a:ext cx="311810" cy="124724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7196328" y="3261664"/>
            <a:ext cx="0" cy="680314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876641" y="3063240"/>
            <a:ext cx="0" cy="680313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8188452" y="3193633"/>
            <a:ext cx="0" cy="680314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7508138" y="3386388"/>
            <a:ext cx="0" cy="680314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7196328" y="3063240"/>
            <a:ext cx="680313" cy="198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7876641" y="3063240"/>
            <a:ext cx="311811" cy="130393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7508138" y="3193633"/>
            <a:ext cx="680314" cy="19275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 flipV="1">
            <a:off x="7196328" y="3261664"/>
            <a:ext cx="311810" cy="1247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7763256" y="3573475"/>
            <a:ext cx="765352" cy="198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528608" y="3573475"/>
            <a:ext cx="311811" cy="130393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8075066" y="3703868"/>
            <a:ext cx="765353" cy="192756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763256" y="3771900"/>
            <a:ext cx="311810" cy="124724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7763256" y="2808122"/>
            <a:ext cx="0" cy="96377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528608" y="2609697"/>
            <a:ext cx="0" cy="96377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840419" y="2740091"/>
            <a:ext cx="0" cy="963777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075066" y="2932846"/>
            <a:ext cx="0" cy="96377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7763256" y="2609697"/>
            <a:ext cx="765352" cy="198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528608" y="2609697"/>
            <a:ext cx="311811" cy="13039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>
            <a:off x="8075066" y="2740091"/>
            <a:ext cx="765353" cy="19275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 flipV="1">
            <a:off x="7763256" y="2808122"/>
            <a:ext cx="311810" cy="1247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330183" y="3800246"/>
            <a:ext cx="623621" cy="198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953804" y="3800246"/>
            <a:ext cx="311811" cy="130393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8641994" y="3930639"/>
            <a:ext cx="623621" cy="192756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8330183" y="3998671"/>
            <a:ext cx="311811" cy="124724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8330183" y="3431743"/>
            <a:ext cx="0" cy="56692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8953804" y="3233318"/>
            <a:ext cx="0" cy="56692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265615" y="3363711"/>
            <a:ext cx="0" cy="56692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8641994" y="3556467"/>
            <a:ext cx="0" cy="56692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8330183" y="3233318"/>
            <a:ext cx="623621" cy="198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8953804" y="3233318"/>
            <a:ext cx="311811" cy="130393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H="1">
            <a:off x="8641994" y="3363711"/>
            <a:ext cx="623621" cy="192756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H="1" flipV="1">
            <a:off x="8330183" y="3431743"/>
            <a:ext cx="311811" cy="1247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7649870" y="4083710"/>
            <a:ext cx="963778" cy="198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8613648" y="4083710"/>
            <a:ext cx="311810" cy="130393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7961680" y="4214103"/>
            <a:ext cx="963778" cy="192756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7649870" y="4282135"/>
            <a:ext cx="311810" cy="124724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7649870" y="3771900"/>
            <a:ext cx="0" cy="510235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8613648" y="3573475"/>
            <a:ext cx="0" cy="510235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8925458" y="3703868"/>
            <a:ext cx="0" cy="510235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7961680" y="3896624"/>
            <a:ext cx="0" cy="510235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7649870" y="3573475"/>
            <a:ext cx="963778" cy="198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8613648" y="3573475"/>
            <a:ext cx="311810" cy="130393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H="1">
            <a:off x="7961680" y="3703868"/>
            <a:ext cx="963778" cy="192756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H="1" flipV="1">
            <a:off x="7649870" y="3771900"/>
            <a:ext cx="311810" cy="1247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6289243" y="4469221"/>
            <a:ext cx="1360627" cy="606613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6912864" y="4469221"/>
            <a:ext cx="1360627" cy="606613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8046720" y="4469221"/>
            <a:ext cx="1360627" cy="606613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9123883" y="4469221"/>
            <a:ext cx="1360627" cy="606613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9747504" y="4469221"/>
            <a:ext cx="1360627" cy="606613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6856171" y="3375050"/>
            <a:ext cx="1020470" cy="408188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7933334" y="3375050"/>
            <a:ext cx="1020470" cy="408188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9067190" y="3375050"/>
            <a:ext cx="1020470" cy="408188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515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?? ????? ???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9601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?? ??, ????, ????, ??, ??, ??, ?? ??? ??? ?????.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48463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 ???? ?? ??? ?? ???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??? geometry? ?? ??? 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 ???? ??? ???? ??? ?? ?? ??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943600" y="2240280"/>
            <a:ext cx="1005840" cy="585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6949440" y="2532888"/>
            <a:ext cx="182880" cy="0"/>
          </a:xfrm>
          <a:prstGeom prst="line">
            <a:avLst/>
          </a:prstGeom>
          <a:ln w="1651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7178040" y="2240280"/>
            <a:ext cx="1005840" cy="585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8183879" y="2532888"/>
            <a:ext cx="182880" cy="0"/>
          </a:xfrm>
          <a:prstGeom prst="line">
            <a:avLst/>
          </a:prstGeom>
          <a:ln w="1651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8412480" y="2240280"/>
            <a:ext cx="1005840" cy="585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9418319" y="2532888"/>
            <a:ext cx="182881" cy="0"/>
          </a:xfrm>
          <a:prstGeom prst="line">
            <a:avLst/>
          </a:prstGeom>
          <a:ln w="1651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9646920" y="2240280"/>
            <a:ext cx="1005840" cy="585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10652760" y="2532888"/>
            <a:ext cx="182880" cy="0"/>
          </a:xfrm>
          <a:prstGeom prst="line">
            <a:avLst/>
          </a:prstGeom>
          <a:ln w="1651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10881360" y="2240280"/>
            <a:ext cx="1005840" cy="585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cxnSp>
        <p:nvCxnSpPr>
          <p:cNvPr id="107" name="Connector 106"/>
          <p:cNvCxnSpPr/>
          <p:nvPr/>
        </p:nvCxnSpPr>
        <p:spPr>
          <a:xfrm flipV="1">
            <a:off x="6629400" y="3865626"/>
            <a:ext cx="1106424" cy="477774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7735824" y="3865626"/>
            <a:ext cx="1408176" cy="477774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>
            <a:off x="8037575" y="4343400"/>
            <a:ext cx="1106425" cy="543153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 flipV="1">
            <a:off x="6629400" y="4343400"/>
            <a:ext cx="1408175" cy="543153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132320" y="3941064"/>
            <a:ext cx="603504" cy="176022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735824" y="3941064"/>
            <a:ext cx="276605" cy="11567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7408926" y="4056735"/>
            <a:ext cx="603503" cy="170993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132320" y="4117086"/>
            <a:ext cx="276606" cy="110642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7132320" y="3513582"/>
            <a:ext cx="0" cy="603504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7735824" y="3337560"/>
            <a:ext cx="0" cy="603504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8012429" y="3453231"/>
            <a:ext cx="0" cy="603504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408926" y="3624224"/>
            <a:ext cx="0" cy="603504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7132320" y="3337560"/>
            <a:ext cx="603504" cy="176022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735824" y="3337560"/>
            <a:ext cx="276605" cy="11567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>
            <a:off x="7408926" y="3453231"/>
            <a:ext cx="603503" cy="170993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 flipV="1">
            <a:off x="7132320" y="3513582"/>
            <a:ext cx="276606" cy="110642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7635240" y="3790187"/>
            <a:ext cx="678942" cy="176023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314182" y="3790187"/>
            <a:ext cx="276606" cy="115672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7911846" y="3905859"/>
            <a:ext cx="678942" cy="170993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7635240" y="3966210"/>
            <a:ext cx="276606" cy="110642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7635240" y="3111246"/>
            <a:ext cx="0" cy="854964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8314182" y="2935224"/>
            <a:ext cx="0" cy="854963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8590788" y="3050895"/>
            <a:ext cx="0" cy="854964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7911846" y="3221888"/>
            <a:ext cx="0" cy="854964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7635240" y="2935224"/>
            <a:ext cx="678942" cy="176022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314182" y="2935224"/>
            <a:ext cx="276606" cy="11567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>
            <a:off x="7911846" y="3050895"/>
            <a:ext cx="678942" cy="170993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 flipV="1">
            <a:off x="7635240" y="3111246"/>
            <a:ext cx="276606" cy="110642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138160" y="3991356"/>
            <a:ext cx="553212" cy="176022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691372" y="3991356"/>
            <a:ext cx="276606" cy="11567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414766" y="4107027"/>
            <a:ext cx="553212" cy="170993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138160" y="4167378"/>
            <a:ext cx="276606" cy="110642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138160" y="3664458"/>
            <a:ext cx="0" cy="50292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691372" y="3488436"/>
            <a:ext cx="0" cy="50292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967978" y="3604107"/>
            <a:ext cx="0" cy="50292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8414766" y="3775100"/>
            <a:ext cx="0" cy="50292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8138160" y="3488436"/>
            <a:ext cx="553212" cy="176022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8691372" y="3488436"/>
            <a:ext cx="276606" cy="11567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H="1">
            <a:off x="8414766" y="3604107"/>
            <a:ext cx="553212" cy="170993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H="1" flipV="1">
            <a:off x="8138160" y="3664458"/>
            <a:ext cx="276606" cy="110642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7534656" y="4242816"/>
            <a:ext cx="854964" cy="176022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8389620" y="4242816"/>
            <a:ext cx="276606" cy="11567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7811262" y="4358487"/>
            <a:ext cx="854964" cy="170993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7534656" y="4418838"/>
            <a:ext cx="276606" cy="110642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7534656" y="3966210"/>
            <a:ext cx="0" cy="45262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8389620" y="3790187"/>
            <a:ext cx="0" cy="452629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8666226" y="3905859"/>
            <a:ext cx="0" cy="45262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7811262" y="4076852"/>
            <a:ext cx="0" cy="45262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7534656" y="3790187"/>
            <a:ext cx="854964" cy="176023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389620" y="3790187"/>
            <a:ext cx="276606" cy="115672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H="1">
            <a:off x="7811262" y="3905859"/>
            <a:ext cx="854964" cy="170993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H="1" flipV="1">
            <a:off x="7534656" y="3966210"/>
            <a:ext cx="276606" cy="110642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6327648" y="4584801"/>
            <a:ext cx="1207008" cy="5381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6880860" y="4584801"/>
            <a:ext cx="1207008" cy="5381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7886700" y="4584801"/>
            <a:ext cx="1207008" cy="5381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8842248" y="4584801"/>
            <a:ext cx="1207008" cy="5381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9395460" y="4584801"/>
            <a:ext cx="1207008" cy="5381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6830568" y="3614166"/>
            <a:ext cx="905256" cy="362102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7786116" y="3614166"/>
            <a:ext cx="905256" cy="362102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8791956" y="3614166"/>
            <a:ext cx="905256" cy="362102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515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?? ??? ??? ??? ????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9601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?, ???, ????, ????, ??, ???? ??? ?? ?? ?? ?????.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84831"/>
            <a:ext cx="47091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??? ? ??? ? ????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???? ? ???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????????????????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6492240" y="2611526"/>
            <a:ext cx="1448409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940649" y="2611526"/>
            <a:ext cx="1843431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8335670" y="3236976"/>
            <a:ext cx="144841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6492240" y="3236976"/>
            <a:ext cx="184343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150607" y="2710281"/>
            <a:ext cx="790042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940649" y="2710281"/>
            <a:ext cx="362103" cy="151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7512710" y="2861706"/>
            <a:ext cx="790042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7150607" y="2940710"/>
            <a:ext cx="362103" cy="1448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150607" y="2150668"/>
            <a:ext cx="0" cy="79004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940649" y="1920240"/>
            <a:ext cx="0" cy="790041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302752" y="2071664"/>
            <a:ext cx="0" cy="79004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512710" y="2295509"/>
            <a:ext cx="0" cy="79004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150607" y="1920240"/>
            <a:ext cx="790042" cy="230428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940649" y="1920240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7512710" y="2071664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7150607" y="2150668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808975" y="2512771"/>
            <a:ext cx="888797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697772" y="2512771"/>
            <a:ext cx="362103" cy="151424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8171078" y="2664195"/>
            <a:ext cx="888797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808975" y="2743200"/>
            <a:ext cx="362103" cy="144840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808975" y="1623974"/>
            <a:ext cx="0" cy="1119226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697772" y="1393545"/>
            <a:ext cx="0" cy="1119226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059875" y="1544970"/>
            <a:ext cx="0" cy="1119225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171078" y="1768815"/>
            <a:ext cx="0" cy="1119225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808975" y="1393545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697772" y="1393545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8171078" y="1544970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 flipV="1">
            <a:off x="7808975" y="1623974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467344" y="2776118"/>
            <a:ext cx="724204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191548" y="2776118"/>
            <a:ext cx="362103" cy="151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8829446" y="2927543"/>
            <a:ext cx="724205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467344" y="3006547"/>
            <a:ext cx="362102" cy="1448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8467344" y="2348179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191548" y="2117750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553651" y="2269175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8829446" y="2493020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467344" y="2117750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191548" y="2117750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8829446" y="2269175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8467344" y="2348179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7677302" y="3105302"/>
            <a:ext cx="1119226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796528" y="3105302"/>
            <a:ext cx="362102" cy="151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039404" y="3256727"/>
            <a:ext cx="1119226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677302" y="3335731"/>
            <a:ext cx="362102" cy="1448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7677302" y="2743200"/>
            <a:ext cx="0" cy="592531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8796528" y="2512771"/>
            <a:ext cx="0" cy="592531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8630" y="2664195"/>
            <a:ext cx="0" cy="59253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8039404" y="2888040"/>
            <a:ext cx="0" cy="59253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7677302" y="2512771"/>
            <a:ext cx="1119226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8796528" y="2512771"/>
            <a:ext cx="362102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>
            <a:off x="8039404" y="2664195"/>
            <a:ext cx="1119226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 flipV="1">
            <a:off x="7677302" y="2743200"/>
            <a:ext cx="362102" cy="144840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6097219" y="3552992"/>
            <a:ext cx="1580083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6821424" y="3552992"/>
            <a:ext cx="1580083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8138159" y="3552992"/>
            <a:ext cx="1580084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389059" y="3552992"/>
            <a:ext cx="1580083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0113263" y="3552992"/>
            <a:ext cx="1580084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6755587" y="2282342"/>
            <a:ext cx="1185062" cy="4740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006486" y="2282342"/>
            <a:ext cx="1185062" cy="4740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9323222" y="2282342"/>
            <a:ext cx="1185062" cy="4740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05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515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??? ??? geometry? ??? ?? ?????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9601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?? ?? ?? ??? ?? ?? ???? ?? ?? ?????.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84831"/>
            <a:ext cx="47091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 ??: ??? ??? ?? 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 ??: ??, ??, ??, ??, ???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??? ???? ??? ??? ??? ???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6492240" y="2611526"/>
            <a:ext cx="1448409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940649" y="2611526"/>
            <a:ext cx="1843431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8335670" y="3236976"/>
            <a:ext cx="144841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6492240" y="3236976"/>
            <a:ext cx="184343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150607" y="2710281"/>
            <a:ext cx="790042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940649" y="2710281"/>
            <a:ext cx="362103" cy="151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7512710" y="2861706"/>
            <a:ext cx="790042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7150607" y="2940710"/>
            <a:ext cx="362103" cy="1448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150607" y="2150668"/>
            <a:ext cx="0" cy="79004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940649" y="1920240"/>
            <a:ext cx="0" cy="790041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302752" y="2071664"/>
            <a:ext cx="0" cy="79004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512710" y="2295509"/>
            <a:ext cx="0" cy="79004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150607" y="1920240"/>
            <a:ext cx="790042" cy="230428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940649" y="1920240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7512710" y="2071664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7150607" y="2150668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808975" y="2512771"/>
            <a:ext cx="888797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697772" y="2512771"/>
            <a:ext cx="362103" cy="151424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8171078" y="2664195"/>
            <a:ext cx="888797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808975" y="2743200"/>
            <a:ext cx="362103" cy="144840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808975" y="1623974"/>
            <a:ext cx="0" cy="1119226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697772" y="1393545"/>
            <a:ext cx="0" cy="1119226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059875" y="1544970"/>
            <a:ext cx="0" cy="1119225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171078" y="1768815"/>
            <a:ext cx="0" cy="1119225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808975" y="1393545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697772" y="1393545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8171078" y="1544970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 flipV="1">
            <a:off x="7808975" y="1623974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467344" y="2776118"/>
            <a:ext cx="724204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191548" y="2776118"/>
            <a:ext cx="362103" cy="151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8829446" y="2927543"/>
            <a:ext cx="724205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467344" y="3006547"/>
            <a:ext cx="362102" cy="1448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8467344" y="2348179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191548" y="2117750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553651" y="2269175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8829446" y="2493020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467344" y="2117750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191548" y="2117750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8829446" y="2269175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8467344" y="2348179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7677302" y="3105302"/>
            <a:ext cx="1119226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796528" y="3105302"/>
            <a:ext cx="362102" cy="151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039404" y="3256727"/>
            <a:ext cx="1119226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677302" y="3335731"/>
            <a:ext cx="362102" cy="1448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7677302" y="2743200"/>
            <a:ext cx="0" cy="592531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8796528" y="2512771"/>
            <a:ext cx="0" cy="592531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8630" y="2664195"/>
            <a:ext cx="0" cy="59253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8039404" y="2888040"/>
            <a:ext cx="0" cy="59253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7677302" y="2512771"/>
            <a:ext cx="1119226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8796528" y="2512771"/>
            <a:ext cx="362102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>
            <a:off x="8039404" y="2664195"/>
            <a:ext cx="1119226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 flipV="1">
            <a:off x="7677302" y="2743200"/>
            <a:ext cx="362102" cy="144840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6097219" y="3552992"/>
            <a:ext cx="1580083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6821424" y="3552992"/>
            <a:ext cx="1580083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8138159" y="3552992"/>
            <a:ext cx="1580084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389059" y="3552992"/>
            <a:ext cx="1580083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0113263" y="3552992"/>
            <a:ext cx="1580084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6755587" y="2282342"/>
            <a:ext cx="1185062" cy="4740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006486" y="2282342"/>
            <a:ext cx="1185062" cy="4740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9323222" y="2282342"/>
            <a:ext cx="1185062" cy="4740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06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515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?? ?????? ??? ??? ???? ????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9601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??? ?? ? ????, ?? ?? ? ?? ???? ??? ?????.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48463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??? ?? ? ?? ?? ? 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 ? ?? ??? ?? ???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 ??? ?? ??? ?? ??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943600" y="2240280"/>
            <a:ext cx="1005840" cy="585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6949440" y="2532888"/>
            <a:ext cx="182880" cy="0"/>
          </a:xfrm>
          <a:prstGeom prst="line">
            <a:avLst/>
          </a:prstGeom>
          <a:ln w="1651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7178040" y="2240280"/>
            <a:ext cx="1005840" cy="585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8183879" y="2532888"/>
            <a:ext cx="182880" cy="0"/>
          </a:xfrm>
          <a:prstGeom prst="line">
            <a:avLst/>
          </a:prstGeom>
          <a:ln w="1651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8412480" y="2240280"/>
            <a:ext cx="1005840" cy="585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9418319" y="2532888"/>
            <a:ext cx="182881" cy="0"/>
          </a:xfrm>
          <a:prstGeom prst="line">
            <a:avLst/>
          </a:prstGeom>
          <a:ln w="1651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9646920" y="2240280"/>
            <a:ext cx="1005840" cy="585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10652760" y="2532888"/>
            <a:ext cx="182880" cy="0"/>
          </a:xfrm>
          <a:prstGeom prst="line">
            <a:avLst/>
          </a:prstGeom>
          <a:ln w="1651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10881360" y="2240280"/>
            <a:ext cx="1005840" cy="585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cxnSp>
        <p:nvCxnSpPr>
          <p:cNvPr id="107" name="Connector 106"/>
          <p:cNvCxnSpPr/>
          <p:nvPr/>
        </p:nvCxnSpPr>
        <p:spPr>
          <a:xfrm flipV="1">
            <a:off x="6629400" y="3865626"/>
            <a:ext cx="1106424" cy="477774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7735824" y="3865626"/>
            <a:ext cx="1408176" cy="477774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>
            <a:off x="8037575" y="4343400"/>
            <a:ext cx="1106425" cy="543153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 flipV="1">
            <a:off x="6629400" y="4343400"/>
            <a:ext cx="1408175" cy="543153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132320" y="3941064"/>
            <a:ext cx="603504" cy="176022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735824" y="3941064"/>
            <a:ext cx="276605" cy="11567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7408926" y="4056735"/>
            <a:ext cx="603503" cy="170993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132320" y="4117086"/>
            <a:ext cx="276606" cy="110642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7132320" y="3513582"/>
            <a:ext cx="0" cy="603504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7735824" y="3337560"/>
            <a:ext cx="0" cy="603504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8012429" y="3453231"/>
            <a:ext cx="0" cy="603504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408926" y="3624224"/>
            <a:ext cx="0" cy="603504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7132320" y="3337560"/>
            <a:ext cx="603504" cy="176022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735824" y="3337560"/>
            <a:ext cx="276605" cy="11567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>
            <a:off x="7408926" y="3453231"/>
            <a:ext cx="603503" cy="170993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 flipV="1">
            <a:off x="7132320" y="3513582"/>
            <a:ext cx="276606" cy="110642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7635240" y="3790187"/>
            <a:ext cx="678942" cy="176023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314182" y="3790187"/>
            <a:ext cx="276606" cy="115672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7911846" y="3905859"/>
            <a:ext cx="678942" cy="170993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7635240" y="3966210"/>
            <a:ext cx="276606" cy="110642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7635240" y="3111246"/>
            <a:ext cx="0" cy="854964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8314182" y="2935224"/>
            <a:ext cx="0" cy="854963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8590788" y="3050895"/>
            <a:ext cx="0" cy="854964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7911846" y="3221888"/>
            <a:ext cx="0" cy="854964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7635240" y="2935224"/>
            <a:ext cx="678942" cy="176022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314182" y="2935224"/>
            <a:ext cx="276606" cy="11567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>
            <a:off x="7911846" y="3050895"/>
            <a:ext cx="678942" cy="170993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 flipV="1">
            <a:off x="7635240" y="3111246"/>
            <a:ext cx="276606" cy="110642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138160" y="3991356"/>
            <a:ext cx="553212" cy="176022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691372" y="3991356"/>
            <a:ext cx="276606" cy="11567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414766" y="4107027"/>
            <a:ext cx="553212" cy="170993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138160" y="4167378"/>
            <a:ext cx="276606" cy="110642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138160" y="3664458"/>
            <a:ext cx="0" cy="50292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691372" y="3488436"/>
            <a:ext cx="0" cy="50292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967978" y="3604107"/>
            <a:ext cx="0" cy="50292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8414766" y="3775100"/>
            <a:ext cx="0" cy="50292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8138160" y="3488436"/>
            <a:ext cx="553212" cy="176022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8691372" y="3488436"/>
            <a:ext cx="276606" cy="11567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H="1">
            <a:off x="8414766" y="3604107"/>
            <a:ext cx="553212" cy="170993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H="1" flipV="1">
            <a:off x="8138160" y="3664458"/>
            <a:ext cx="276606" cy="110642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7534656" y="4242816"/>
            <a:ext cx="854964" cy="176022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8389620" y="4242816"/>
            <a:ext cx="276606" cy="11567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7811262" y="4358487"/>
            <a:ext cx="854964" cy="170993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7534656" y="4418838"/>
            <a:ext cx="276606" cy="110642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7534656" y="3966210"/>
            <a:ext cx="0" cy="45262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8389620" y="3790187"/>
            <a:ext cx="0" cy="452629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8666226" y="3905859"/>
            <a:ext cx="0" cy="45262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7811262" y="4076852"/>
            <a:ext cx="0" cy="45262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7534656" y="3790187"/>
            <a:ext cx="854964" cy="176023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389620" y="3790187"/>
            <a:ext cx="276606" cy="115672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H="1">
            <a:off x="7811262" y="3905859"/>
            <a:ext cx="854964" cy="170993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H="1" flipV="1">
            <a:off x="7534656" y="3966210"/>
            <a:ext cx="276606" cy="110642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6327648" y="4584801"/>
            <a:ext cx="1207008" cy="5381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6880860" y="4584801"/>
            <a:ext cx="1207008" cy="5381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7886700" y="4584801"/>
            <a:ext cx="1207008" cy="5381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8842248" y="4584801"/>
            <a:ext cx="1207008" cy="5381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9395460" y="4584801"/>
            <a:ext cx="1207008" cy="5381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6830568" y="3614166"/>
            <a:ext cx="905256" cy="362102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7786116" y="3614166"/>
            <a:ext cx="905256" cy="362102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8791956" y="3614166"/>
            <a:ext cx="905256" cy="362102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07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515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?? ?? AI???? ?????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9601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???? ??? ???? ?? ??? ???? ????.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49834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AI? ????? plausible? ??? ?? 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??? ?? ??, ??, geometry ??? ????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 ??? ?? ??? ???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565392" y="2039112"/>
            <a:ext cx="1514246" cy="210312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079638" y="2249424"/>
            <a:ext cx="1093622" cy="75712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7785201" y="3006547"/>
            <a:ext cx="1388059" cy="420624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6439204" y="2039112"/>
            <a:ext cx="126188" cy="1093622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439204" y="3132734"/>
            <a:ext cx="883311" cy="105156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322515" y="3427171"/>
            <a:ext cx="462686" cy="75712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785201" y="3427171"/>
            <a:ext cx="1093623" cy="67299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6565392" y="2039112"/>
            <a:ext cx="2313432" cy="2061057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6400800" y="1874519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915046" y="2084831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008668" y="2841955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620609" y="3262579"/>
            <a:ext cx="740298" cy="31967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???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74612" y="2968142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157923" y="4019702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????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714232" y="3935577"/>
            <a:ext cx="740298" cy="31967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Evidence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08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?? ??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515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?? ??? ? ???? ?? ????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9601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??, ???, ???? ??, ?? ?? ??? ??? ???? ????.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49834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Optimization-based massing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Constraint-aware generation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Architectural 3D / diffusion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Code compliance / legal AI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565392" y="2039112"/>
            <a:ext cx="1514246" cy="210312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079638" y="2249424"/>
            <a:ext cx="1093622" cy="75712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7785201" y="3006547"/>
            <a:ext cx="1388059" cy="420624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6439204" y="2039112"/>
            <a:ext cx="126188" cy="1093622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439204" y="3132734"/>
            <a:ext cx="883311" cy="105156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322515" y="3427171"/>
            <a:ext cx="462686" cy="75712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785201" y="3427171"/>
            <a:ext cx="1093623" cy="67299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6565392" y="2039112"/>
            <a:ext cx="2313432" cy="2061057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6400800" y="1874519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915046" y="2084831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008668" y="2841955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620609" y="3262579"/>
            <a:ext cx="740298" cy="31967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???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74612" y="2968142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157923" y="4019702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????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714232" y="3935577"/>
            <a:ext cx="740298" cy="31967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Evidence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09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?? ??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515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Optimization-Based Massing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9601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Lou 2025, Wang 2024, EvoMass/SSIEA ??? ??? ??? ?? ??? ?????.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84831"/>
            <a:ext cx="47091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??: ?? ?? ??? ?? 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??: ?? ?? ??? evidence ??? 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 ??: ?? Graph DB? ?? ??? ??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6492240" y="2611526"/>
            <a:ext cx="1448409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940649" y="2611526"/>
            <a:ext cx="1843431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8335670" y="3236976"/>
            <a:ext cx="144841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6492240" y="3236976"/>
            <a:ext cx="184343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150607" y="2710281"/>
            <a:ext cx="790042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940649" y="2710281"/>
            <a:ext cx="362103" cy="151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7512710" y="2861706"/>
            <a:ext cx="790042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7150607" y="2940710"/>
            <a:ext cx="362103" cy="1448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150607" y="2150668"/>
            <a:ext cx="0" cy="79004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940649" y="1920240"/>
            <a:ext cx="0" cy="790041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302752" y="2071664"/>
            <a:ext cx="0" cy="79004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512710" y="2295509"/>
            <a:ext cx="0" cy="79004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150607" y="1920240"/>
            <a:ext cx="790042" cy="230428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940649" y="1920240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7512710" y="2071664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7150607" y="2150668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808975" y="2512771"/>
            <a:ext cx="888797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697772" y="2512771"/>
            <a:ext cx="362103" cy="151424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8171078" y="2664195"/>
            <a:ext cx="888797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808975" y="2743200"/>
            <a:ext cx="362103" cy="144840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808975" y="1623974"/>
            <a:ext cx="0" cy="1119226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697772" y="1393545"/>
            <a:ext cx="0" cy="1119226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059875" y="1544970"/>
            <a:ext cx="0" cy="1119225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171078" y="1768815"/>
            <a:ext cx="0" cy="1119225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808975" y="1393545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697772" y="1393545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8171078" y="1544970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 flipV="1">
            <a:off x="7808975" y="1623974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467344" y="2776118"/>
            <a:ext cx="724204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191548" y="2776118"/>
            <a:ext cx="362103" cy="151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8829446" y="2927543"/>
            <a:ext cx="724205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467344" y="3006547"/>
            <a:ext cx="362102" cy="1448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8467344" y="2348179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191548" y="2117750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553651" y="2269175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8829446" y="2493020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467344" y="2117750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191548" y="2117750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8829446" y="2269175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8467344" y="2348179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7677302" y="3105302"/>
            <a:ext cx="1119226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796528" y="3105302"/>
            <a:ext cx="362102" cy="151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039404" y="3256727"/>
            <a:ext cx="1119226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677302" y="3335731"/>
            <a:ext cx="362102" cy="1448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7677302" y="2743200"/>
            <a:ext cx="0" cy="592531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8796528" y="2512771"/>
            <a:ext cx="0" cy="592531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8630" y="2664195"/>
            <a:ext cx="0" cy="59253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8039404" y="2888040"/>
            <a:ext cx="0" cy="59253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7677302" y="2512771"/>
            <a:ext cx="1119226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8796528" y="2512771"/>
            <a:ext cx="362102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>
            <a:off x="8039404" y="2664195"/>
            <a:ext cx="1119226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 flipV="1">
            <a:off x="7677302" y="2743200"/>
            <a:ext cx="362102" cy="144840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6097219" y="3552992"/>
            <a:ext cx="1580083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6821424" y="3552992"/>
            <a:ext cx="1580083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8138159" y="3552992"/>
            <a:ext cx="1580084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389059" y="3552992"/>
            <a:ext cx="1580083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0113263" y="3552992"/>
            <a:ext cx="1580084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6755587" y="2282342"/>
            <a:ext cx="1185062" cy="4740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006486" y="2282342"/>
            <a:ext cx="1185062" cy="4740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9323222" y="2282342"/>
            <a:ext cx="1185062" cy="4740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?? ??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515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Constraint-Aware Generation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9601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PGDM 2024, CDD 2025, PPR 2026? ?? ??? ??? ???? ?? ?????.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84831"/>
            <a:ext cx="47091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??: ?? ??? constraint? ?????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??: ??? ???????? ? ?? ?? ??? ???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 ??: deterministic verifier? repair loop? ??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6492240" y="2611526"/>
            <a:ext cx="1448409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940649" y="2611526"/>
            <a:ext cx="1843431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8335670" y="3236976"/>
            <a:ext cx="144841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6492240" y="3236976"/>
            <a:ext cx="184343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150607" y="2710281"/>
            <a:ext cx="790042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940649" y="2710281"/>
            <a:ext cx="362103" cy="151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7512710" y="2861706"/>
            <a:ext cx="790042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7150607" y="2940710"/>
            <a:ext cx="362103" cy="1448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150607" y="2150668"/>
            <a:ext cx="0" cy="79004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940649" y="1920240"/>
            <a:ext cx="0" cy="790041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302752" y="2071664"/>
            <a:ext cx="0" cy="79004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512710" y="2295509"/>
            <a:ext cx="0" cy="79004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150607" y="1920240"/>
            <a:ext cx="790042" cy="230428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940649" y="1920240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7512710" y="2071664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7150607" y="2150668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808975" y="2512771"/>
            <a:ext cx="888797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697772" y="2512771"/>
            <a:ext cx="362103" cy="151424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8171078" y="2664195"/>
            <a:ext cx="888797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808975" y="2743200"/>
            <a:ext cx="362103" cy="144840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808975" y="1623974"/>
            <a:ext cx="0" cy="1119226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697772" y="1393545"/>
            <a:ext cx="0" cy="1119226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059875" y="1544970"/>
            <a:ext cx="0" cy="1119225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171078" y="1768815"/>
            <a:ext cx="0" cy="1119225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808975" y="1393545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697772" y="1393545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8171078" y="1544970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 flipV="1">
            <a:off x="7808975" y="1623974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467344" y="2776118"/>
            <a:ext cx="724204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191548" y="2776118"/>
            <a:ext cx="362103" cy="151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8829446" y="2927543"/>
            <a:ext cx="724205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467344" y="3006547"/>
            <a:ext cx="362102" cy="1448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8467344" y="2348179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191548" y="2117750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553651" y="2269175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8829446" y="2493020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467344" y="2117750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191548" y="2117750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8829446" y="2269175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8467344" y="2348179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7677302" y="3105302"/>
            <a:ext cx="1119226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796528" y="3105302"/>
            <a:ext cx="362102" cy="151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039404" y="3256727"/>
            <a:ext cx="1119226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677302" y="3335731"/>
            <a:ext cx="362102" cy="1448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7677302" y="2743200"/>
            <a:ext cx="0" cy="592531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8796528" y="2512771"/>
            <a:ext cx="0" cy="592531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8630" y="2664195"/>
            <a:ext cx="0" cy="59253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8039404" y="2888040"/>
            <a:ext cx="0" cy="59253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7677302" y="2512771"/>
            <a:ext cx="1119226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8796528" y="2512771"/>
            <a:ext cx="362102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>
            <a:off x="8039404" y="2664195"/>
            <a:ext cx="1119226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 flipV="1">
            <a:off x="7677302" y="2743200"/>
            <a:ext cx="362102" cy="144840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6097219" y="3552992"/>
            <a:ext cx="1580083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6821424" y="3552992"/>
            <a:ext cx="1580083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8138159" y="3552992"/>
            <a:ext cx="1580084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389059" y="3552992"/>
            <a:ext cx="1580083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0113263" y="3552992"/>
            <a:ext cx="1580084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6755587" y="2282342"/>
            <a:ext cx="1185062" cy="4740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006486" y="2282342"/>
            <a:ext cx="1185062" cy="4740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9323222" y="2282342"/>
            <a:ext cx="1185062" cy="4740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?? ??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515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Architectural 3D / Diffusion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9601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Tsai 2025, Zhang 2024, UniTEX 2026? ?? 3D? ?? ?? ???? ?????.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84831"/>
            <a:ext cx="47091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??: ??? ??? 3D ???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??: ?? geometry? ????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 ??: ?? ?? mass ?? ??? ??? ??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6492240" y="2611526"/>
            <a:ext cx="1448409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940649" y="2611526"/>
            <a:ext cx="1843431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8335670" y="3236976"/>
            <a:ext cx="144841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6492240" y="3236976"/>
            <a:ext cx="184343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150607" y="2710281"/>
            <a:ext cx="790042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940649" y="2710281"/>
            <a:ext cx="362103" cy="151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7512710" y="2861706"/>
            <a:ext cx="790042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7150607" y="2940710"/>
            <a:ext cx="362103" cy="1448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150607" y="2150668"/>
            <a:ext cx="0" cy="79004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940649" y="1920240"/>
            <a:ext cx="0" cy="790041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302752" y="2071664"/>
            <a:ext cx="0" cy="79004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512710" y="2295509"/>
            <a:ext cx="0" cy="79004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150607" y="1920240"/>
            <a:ext cx="790042" cy="230428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940649" y="1920240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7512710" y="2071664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7150607" y="2150668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808975" y="2512771"/>
            <a:ext cx="888797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697772" y="2512771"/>
            <a:ext cx="362103" cy="151424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8171078" y="2664195"/>
            <a:ext cx="888797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808975" y="2743200"/>
            <a:ext cx="362103" cy="144840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808975" y="1623974"/>
            <a:ext cx="0" cy="1119226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697772" y="1393545"/>
            <a:ext cx="0" cy="1119226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059875" y="1544970"/>
            <a:ext cx="0" cy="1119225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171078" y="1768815"/>
            <a:ext cx="0" cy="1119225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808975" y="1393545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697772" y="1393545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8171078" y="1544970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 flipV="1">
            <a:off x="7808975" y="1623974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467344" y="2776118"/>
            <a:ext cx="724204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191548" y="2776118"/>
            <a:ext cx="362103" cy="151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8829446" y="2927543"/>
            <a:ext cx="724205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467344" y="3006547"/>
            <a:ext cx="362102" cy="1448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8467344" y="2348179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191548" y="2117750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553651" y="2269175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8829446" y="2493020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467344" y="2117750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191548" y="2117750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8829446" y="2269175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8467344" y="2348179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7677302" y="3105302"/>
            <a:ext cx="1119226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796528" y="3105302"/>
            <a:ext cx="362102" cy="151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039404" y="3256727"/>
            <a:ext cx="1119226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677302" y="3335731"/>
            <a:ext cx="362102" cy="1448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7677302" y="2743200"/>
            <a:ext cx="0" cy="592531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8796528" y="2512771"/>
            <a:ext cx="0" cy="592531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8630" y="2664195"/>
            <a:ext cx="0" cy="59253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8039404" y="2888040"/>
            <a:ext cx="0" cy="59253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7677302" y="2512771"/>
            <a:ext cx="1119226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8796528" y="2512771"/>
            <a:ext cx="362102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>
            <a:off x="8039404" y="2664195"/>
            <a:ext cx="1119226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 flipV="1">
            <a:off x="7677302" y="2743200"/>
            <a:ext cx="362102" cy="144840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6097219" y="3552992"/>
            <a:ext cx="1580083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6821424" y="3552992"/>
            <a:ext cx="1580083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8138159" y="3552992"/>
            <a:ext cx="1580084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389059" y="3552992"/>
            <a:ext cx="1580083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0113263" y="3552992"/>
            <a:ext cx="1580084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6755587" y="2282342"/>
            <a:ext cx="1185062" cy="4740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006486" y="2282342"/>
            <a:ext cx="1185062" cy="4740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9323222" y="2282342"/>
            <a:ext cx="1185062" cy="4740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12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?? ??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515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Code Compliance / Legal AI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9601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LLM-FuncMapper, BuildThemis, LLM-assisted compliance? ?? ??? ?? ???? ????.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49834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??: ?? ???? ??/???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??: ??? ???????? lineage? ???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 ??: ?? ??? ?? ?? ?? ??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565392" y="2039112"/>
            <a:ext cx="1514246" cy="210312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079638" y="2249424"/>
            <a:ext cx="1093622" cy="75712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7785201" y="3006547"/>
            <a:ext cx="1388059" cy="420624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6439204" y="2039112"/>
            <a:ext cx="126188" cy="1093622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439204" y="3132734"/>
            <a:ext cx="883311" cy="105156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322515" y="3427171"/>
            <a:ext cx="462686" cy="75712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785201" y="3427171"/>
            <a:ext cx="1093623" cy="67299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6565392" y="2039112"/>
            <a:ext cx="2313432" cy="2061057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6400800" y="1874519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915046" y="2084831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008668" y="2841955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620609" y="3262579"/>
            <a:ext cx="740298" cy="31967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???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74612" y="2968142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157923" y="4019702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????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714232" y="3935577"/>
            <a:ext cx="740298" cy="31967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Evidence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13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?? ??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515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?? ??: ?? ??? ?????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9601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??, ??, ??, ??, ??? ??? ?? ????? ????? ???.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49834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 ??????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 ???????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Evidence? decision lineage? ??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565392" y="2039112"/>
            <a:ext cx="1514246" cy="210312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079638" y="2249424"/>
            <a:ext cx="1093622" cy="75712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7785201" y="3006547"/>
            <a:ext cx="1388059" cy="420624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6439204" y="2039112"/>
            <a:ext cx="126188" cy="1093622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439204" y="3132734"/>
            <a:ext cx="883311" cy="105156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322515" y="3427171"/>
            <a:ext cx="462686" cy="75712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785201" y="3427171"/>
            <a:ext cx="1093623" cy="67299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6565392" y="2039112"/>
            <a:ext cx="2313432" cy="2061057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6400800" y="1874519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915046" y="2084831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008668" y="2841955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620609" y="3262579"/>
            <a:ext cx="740298" cy="31967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???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74612" y="2968142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157923" y="4019702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????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714232" y="3935577"/>
            <a:ext cx="740298" cy="31967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Evidence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14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?? ??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515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?? 1: ?? ??? ????? ????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9601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??, ???, ????, ??, ?? ??? ?? ?? ??? ?????.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49834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 ?? ??? ?? ???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 ??? ?? ???? ??? ??? 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Graph DB ?? ???? ??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565392" y="2039112"/>
            <a:ext cx="1514246" cy="210312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079638" y="2249424"/>
            <a:ext cx="1093622" cy="75712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7785201" y="3006547"/>
            <a:ext cx="1388059" cy="420624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6439204" y="2039112"/>
            <a:ext cx="126188" cy="1093622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439204" y="3132734"/>
            <a:ext cx="883311" cy="105156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322515" y="3427171"/>
            <a:ext cx="462686" cy="75712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785201" y="3427171"/>
            <a:ext cx="1093623" cy="67299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6565392" y="2039112"/>
            <a:ext cx="2313432" cy="2061057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6400800" y="1874519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915046" y="2084831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008668" y="2841955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620609" y="3262579"/>
            <a:ext cx="740298" cy="31967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???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74612" y="2968142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157923" y="4019702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????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714232" y="3935577"/>
            <a:ext cx="740298" cy="31967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Evidence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15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?? ??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515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?? 2: ?? ??? geometry? ?????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9601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???, ???, ??, ??, ??? ???? ??? ?? ???? ?????.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84831"/>
            <a:ext cx="47091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 ?????? ????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 ??? 3D/2D geometry ???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deterministic validator? ??? ??? ?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6492240" y="2611526"/>
            <a:ext cx="1448409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940649" y="2611526"/>
            <a:ext cx="1843431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8335670" y="3236976"/>
            <a:ext cx="144841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6492240" y="3236976"/>
            <a:ext cx="184343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150607" y="2710281"/>
            <a:ext cx="790042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940649" y="2710281"/>
            <a:ext cx="362103" cy="151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7512710" y="2861706"/>
            <a:ext cx="790042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7150607" y="2940710"/>
            <a:ext cx="362103" cy="1448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150607" y="2150668"/>
            <a:ext cx="0" cy="79004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940649" y="1920240"/>
            <a:ext cx="0" cy="790041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302752" y="2071664"/>
            <a:ext cx="0" cy="79004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512710" y="2295509"/>
            <a:ext cx="0" cy="79004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150607" y="1920240"/>
            <a:ext cx="790042" cy="230428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940649" y="1920240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7512710" y="2071664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7150607" y="2150668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808975" y="2512771"/>
            <a:ext cx="888797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697772" y="2512771"/>
            <a:ext cx="362103" cy="151424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8171078" y="2664195"/>
            <a:ext cx="888797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808975" y="2743200"/>
            <a:ext cx="362103" cy="144840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808975" y="1623974"/>
            <a:ext cx="0" cy="1119226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697772" y="1393545"/>
            <a:ext cx="0" cy="1119226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059875" y="1544970"/>
            <a:ext cx="0" cy="1119225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171078" y="1768815"/>
            <a:ext cx="0" cy="1119225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808975" y="1393545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697772" y="1393545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8171078" y="1544970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 flipV="1">
            <a:off x="7808975" y="1623974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467344" y="2776118"/>
            <a:ext cx="724204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191548" y="2776118"/>
            <a:ext cx="362103" cy="151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8829446" y="2927543"/>
            <a:ext cx="724205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467344" y="3006547"/>
            <a:ext cx="362102" cy="1448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8467344" y="2348179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191548" y="2117750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553651" y="2269175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8829446" y="2493020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467344" y="2117750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191548" y="2117750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8829446" y="2269175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8467344" y="2348179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7677302" y="3105302"/>
            <a:ext cx="1119226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796528" y="3105302"/>
            <a:ext cx="362102" cy="151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039404" y="3256727"/>
            <a:ext cx="1119226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677302" y="3335731"/>
            <a:ext cx="362102" cy="1448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7677302" y="2743200"/>
            <a:ext cx="0" cy="592531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8796528" y="2512771"/>
            <a:ext cx="0" cy="592531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8630" y="2664195"/>
            <a:ext cx="0" cy="59253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8039404" y="2888040"/>
            <a:ext cx="0" cy="59253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7677302" y="2512771"/>
            <a:ext cx="1119226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8796528" y="2512771"/>
            <a:ext cx="362102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>
            <a:off x="8039404" y="2664195"/>
            <a:ext cx="1119226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 flipV="1">
            <a:off x="7677302" y="2743200"/>
            <a:ext cx="362102" cy="144840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6097219" y="3552992"/>
            <a:ext cx="1580083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6821424" y="3552992"/>
            <a:ext cx="1580083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8138159" y="3552992"/>
            <a:ext cx="1580084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389059" y="3552992"/>
            <a:ext cx="1580083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0113263" y="3552992"/>
            <a:ext cx="1580084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6755587" y="2282342"/>
            <a:ext cx="1185062" cy="4740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006486" y="2282342"/>
            <a:ext cx="1185062" cy="4740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9323222" y="2282342"/>
            <a:ext cx="1185062" cy="4740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6702552" y="1856232"/>
            <a:ext cx="1283817" cy="17830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7986369" y="2034540"/>
            <a:ext cx="927202" cy="64190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H="1">
            <a:off x="7736738" y="2676448"/>
            <a:ext cx="1176833" cy="356616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H="1">
            <a:off x="6595567" y="1856232"/>
            <a:ext cx="106985" cy="927201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6595567" y="2783433"/>
            <a:ext cx="748893" cy="89154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7344460" y="3033064"/>
            <a:ext cx="392278" cy="641909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7736738" y="3033064"/>
            <a:ext cx="927202" cy="570586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H="1" flipV="1">
            <a:off x="6702552" y="1856232"/>
            <a:ext cx="1961388" cy="174741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ounded Rectangle 165"/>
          <p:cNvSpPr/>
          <p:nvPr/>
        </p:nvSpPr>
        <p:spPr>
          <a:xfrm>
            <a:off x="6537960" y="1691640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7821777" y="1869948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8748979" y="2511856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7572146" y="2868472"/>
            <a:ext cx="627644" cy="271028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???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6430975" y="2618841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7179868" y="3510381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????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8499348" y="3439058"/>
            <a:ext cx="627644" cy="271028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Evidence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16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?? ??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515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?? 3: ?? ?? AI? ?? ??? ????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9601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?? ??, ?? ??, ?? ??, ?? ??? ??? ?? ?????.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49834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 agent? ?? ??? ???? ???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??? agent? evidence? ??? 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AI? ??? ???? ??? ??? ??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565392" y="2039112"/>
            <a:ext cx="1514246" cy="210312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079638" y="2249424"/>
            <a:ext cx="1093622" cy="75712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7785201" y="3006547"/>
            <a:ext cx="1388059" cy="420624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6439204" y="2039112"/>
            <a:ext cx="126188" cy="1093622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439204" y="3132734"/>
            <a:ext cx="883311" cy="105156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322515" y="3427171"/>
            <a:ext cx="462686" cy="75712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785201" y="3427171"/>
            <a:ext cx="1093623" cy="67299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6565392" y="2039112"/>
            <a:ext cx="2313432" cy="2061057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6400800" y="1874519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915046" y="2084831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008668" y="2841955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620609" y="3262579"/>
            <a:ext cx="740298" cy="31967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???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74612" y="2968142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157923" y="4019702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????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714232" y="3935577"/>
            <a:ext cx="740298" cy="31967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Evidence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17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?? ??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515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?? ?? ??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9601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Graph DB, MAAS ???, deterministic validator, multi-agent review? ??? ??? ?????.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49834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PNU/??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 Graph DB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MAAS ???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????????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agent repair/review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evidence ??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565392" y="2039112"/>
            <a:ext cx="1514246" cy="210312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079638" y="2249424"/>
            <a:ext cx="1093622" cy="75712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7785201" y="3006547"/>
            <a:ext cx="1388059" cy="420624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6439204" y="2039112"/>
            <a:ext cx="126188" cy="1093622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439204" y="3132734"/>
            <a:ext cx="883311" cy="105156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322515" y="3427171"/>
            <a:ext cx="462686" cy="75712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785201" y="3427171"/>
            <a:ext cx="1093623" cy="67299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6565392" y="2039112"/>
            <a:ext cx="2313432" cy="2061057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6400800" y="1874519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915046" y="2084831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008668" y="2841955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620609" y="3262579"/>
            <a:ext cx="740298" cy="31967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???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74612" y="2968142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157923" y="4019702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????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714232" y="3935577"/>
            <a:ext cx="740298" cy="31967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Evidence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18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?? ??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515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Graph DB Evidence Model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9601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??, ??, ???, ??, ????, evidence, decision? ??? ?????.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84831"/>
            <a:ext cx="47091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Parcel ? Law Article ? Constraint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Candidate ? Violation ? Repair Request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Agent Review ? Evidence Artifact ? Decision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6492240" y="2611526"/>
            <a:ext cx="1448409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940649" y="2611526"/>
            <a:ext cx="1843431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8335670" y="3236976"/>
            <a:ext cx="144841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6492240" y="3236976"/>
            <a:ext cx="184343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150607" y="2710281"/>
            <a:ext cx="790042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940649" y="2710281"/>
            <a:ext cx="362103" cy="151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7512710" y="2861706"/>
            <a:ext cx="790042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7150607" y="2940710"/>
            <a:ext cx="362103" cy="1448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150607" y="2150668"/>
            <a:ext cx="0" cy="79004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940649" y="1920240"/>
            <a:ext cx="0" cy="790041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302752" y="2071664"/>
            <a:ext cx="0" cy="79004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512710" y="2295509"/>
            <a:ext cx="0" cy="79004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150607" y="1920240"/>
            <a:ext cx="790042" cy="230428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940649" y="1920240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7512710" y="2071664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7150607" y="2150668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808975" y="2512771"/>
            <a:ext cx="888797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697772" y="2512771"/>
            <a:ext cx="362103" cy="151424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8171078" y="2664195"/>
            <a:ext cx="888797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808975" y="2743200"/>
            <a:ext cx="362103" cy="144840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808975" y="1623974"/>
            <a:ext cx="0" cy="1119226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697772" y="1393545"/>
            <a:ext cx="0" cy="1119226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059875" y="1544970"/>
            <a:ext cx="0" cy="1119225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171078" y="1768815"/>
            <a:ext cx="0" cy="1119225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808975" y="1393545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697772" y="1393545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8171078" y="1544970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 flipV="1">
            <a:off x="7808975" y="1623974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467344" y="2776118"/>
            <a:ext cx="724204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191548" y="2776118"/>
            <a:ext cx="362103" cy="151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8829446" y="2927543"/>
            <a:ext cx="724205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467344" y="3006547"/>
            <a:ext cx="362102" cy="1448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8467344" y="2348179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191548" y="2117750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553651" y="2269175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8829446" y="2493020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467344" y="2117750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191548" y="2117750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8829446" y="2269175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8467344" y="2348179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7677302" y="3105302"/>
            <a:ext cx="1119226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796528" y="3105302"/>
            <a:ext cx="362102" cy="151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039404" y="3256727"/>
            <a:ext cx="1119226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677302" y="3335731"/>
            <a:ext cx="362102" cy="1448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7677302" y="2743200"/>
            <a:ext cx="0" cy="592531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8796528" y="2512771"/>
            <a:ext cx="0" cy="592531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8630" y="2664195"/>
            <a:ext cx="0" cy="59253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8039404" y="2888040"/>
            <a:ext cx="0" cy="59253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7677302" y="2512771"/>
            <a:ext cx="1119226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8796528" y="2512771"/>
            <a:ext cx="362102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>
            <a:off x="8039404" y="2664195"/>
            <a:ext cx="1119226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 flipV="1">
            <a:off x="7677302" y="2743200"/>
            <a:ext cx="362102" cy="144840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6097219" y="3552992"/>
            <a:ext cx="1580083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6821424" y="3552992"/>
            <a:ext cx="1580083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8138159" y="3552992"/>
            <a:ext cx="1580084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389059" y="3552992"/>
            <a:ext cx="1580083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0113263" y="3552992"/>
            <a:ext cx="1580084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6755587" y="2282342"/>
            <a:ext cx="1185062" cy="4740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006486" y="2282342"/>
            <a:ext cx="1185062" cy="4740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9323222" y="2282342"/>
            <a:ext cx="1185062" cy="4740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6702552" y="1856232"/>
            <a:ext cx="1283817" cy="17830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7986369" y="2034540"/>
            <a:ext cx="927202" cy="64190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H="1">
            <a:off x="7736738" y="2676448"/>
            <a:ext cx="1176833" cy="356616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H="1">
            <a:off x="6595567" y="1856232"/>
            <a:ext cx="106985" cy="927201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6595567" y="2783433"/>
            <a:ext cx="748893" cy="89154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7344460" y="3033064"/>
            <a:ext cx="392278" cy="641909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7736738" y="3033064"/>
            <a:ext cx="927202" cy="570586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H="1" flipV="1">
            <a:off x="6702552" y="1856232"/>
            <a:ext cx="1961388" cy="174741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ounded Rectangle 165"/>
          <p:cNvSpPr/>
          <p:nvPr/>
        </p:nvSpPr>
        <p:spPr>
          <a:xfrm>
            <a:off x="6537960" y="1691640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7821777" y="1869948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8748979" y="2511856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7572146" y="2868472"/>
            <a:ext cx="627644" cy="271028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???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6430975" y="2618841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7179868" y="3510381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????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8499348" y="3439058"/>
            <a:ext cx="627644" cy="271028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Evidence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19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?? ??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515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Multi-Agent Collaboration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9601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????? geometry truth? ??? ??, ?? ??? evidence? ???? ?????.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84831"/>
            <a:ext cx="47091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Law Agent: ???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Parking Agent: ??? ?? ???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MAAS/Geometry Agent: ?? ???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Review Agent: ??/??? ?? ??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6492240" y="2611526"/>
            <a:ext cx="1448409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940649" y="2611526"/>
            <a:ext cx="1843431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8335670" y="3236976"/>
            <a:ext cx="144841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6492240" y="3236976"/>
            <a:ext cx="184343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150607" y="2710281"/>
            <a:ext cx="790042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940649" y="2710281"/>
            <a:ext cx="362103" cy="151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7512710" y="2861706"/>
            <a:ext cx="790042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7150607" y="2940710"/>
            <a:ext cx="362103" cy="1448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150607" y="2150668"/>
            <a:ext cx="0" cy="79004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940649" y="1920240"/>
            <a:ext cx="0" cy="790041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302752" y="2071664"/>
            <a:ext cx="0" cy="79004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512710" y="2295509"/>
            <a:ext cx="0" cy="79004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150607" y="1920240"/>
            <a:ext cx="790042" cy="230428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940649" y="1920240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7512710" y="2071664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7150607" y="2150668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808975" y="2512771"/>
            <a:ext cx="888797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697772" y="2512771"/>
            <a:ext cx="362103" cy="151424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8171078" y="2664195"/>
            <a:ext cx="888797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808975" y="2743200"/>
            <a:ext cx="362103" cy="144840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808975" y="1623974"/>
            <a:ext cx="0" cy="1119226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697772" y="1393545"/>
            <a:ext cx="0" cy="1119226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059875" y="1544970"/>
            <a:ext cx="0" cy="1119225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171078" y="1768815"/>
            <a:ext cx="0" cy="1119225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808975" y="1393545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697772" y="1393545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8171078" y="1544970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 flipV="1">
            <a:off x="7808975" y="1623974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467344" y="2776118"/>
            <a:ext cx="724204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191548" y="2776118"/>
            <a:ext cx="362103" cy="151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8829446" y="2927543"/>
            <a:ext cx="724205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467344" y="3006547"/>
            <a:ext cx="362102" cy="1448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8467344" y="2348179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191548" y="2117750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553651" y="2269175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8829446" y="2493020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467344" y="2117750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191548" y="2117750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8829446" y="2269175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8467344" y="2348179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7677302" y="3105302"/>
            <a:ext cx="1119226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796528" y="3105302"/>
            <a:ext cx="362102" cy="151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039404" y="3256727"/>
            <a:ext cx="1119226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677302" y="3335731"/>
            <a:ext cx="362102" cy="1448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7677302" y="2743200"/>
            <a:ext cx="0" cy="592531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8796528" y="2512771"/>
            <a:ext cx="0" cy="592531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8630" y="2664195"/>
            <a:ext cx="0" cy="59253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8039404" y="2888040"/>
            <a:ext cx="0" cy="59253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7677302" y="2512771"/>
            <a:ext cx="1119226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8796528" y="2512771"/>
            <a:ext cx="362102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>
            <a:off x="8039404" y="2664195"/>
            <a:ext cx="1119226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 flipV="1">
            <a:off x="7677302" y="2743200"/>
            <a:ext cx="362102" cy="144840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6097219" y="3552992"/>
            <a:ext cx="1580083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6821424" y="3552992"/>
            <a:ext cx="1580083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8138159" y="3552992"/>
            <a:ext cx="1580084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389059" y="3552992"/>
            <a:ext cx="1580083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0113263" y="3552992"/>
            <a:ext cx="1580084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6755587" y="2282342"/>
            <a:ext cx="1185062" cy="4740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006486" y="2282342"/>
            <a:ext cx="1185062" cy="4740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9323222" y="2282342"/>
            <a:ext cx="1185062" cy="4740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6702552" y="1856232"/>
            <a:ext cx="1283817" cy="17830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7986369" y="2034540"/>
            <a:ext cx="927202" cy="64190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H="1">
            <a:off x="7736738" y="2676448"/>
            <a:ext cx="1176833" cy="356616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H="1">
            <a:off x="6595567" y="1856232"/>
            <a:ext cx="106985" cy="927201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6595567" y="2783433"/>
            <a:ext cx="748893" cy="89154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7344460" y="3033064"/>
            <a:ext cx="392278" cy="641909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7736738" y="3033064"/>
            <a:ext cx="927202" cy="570586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H="1" flipV="1">
            <a:off x="6702552" y="1856232"/>
            <a:ext cx="1961388" cy="174741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ounded Rectangle 165"/>
          <p:cNvSpPr/>
          <p:nvPr/>
        </p:nvSpPr>
        <p:spPr>
          <a:xfrm>
            <a:off x="6537960" y="1691640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7821777" y="1869948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8748979" y="2511856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7572146" y="2868472"/>
            <a:ext cx="627644" cy="271028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???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6430975" y="2618841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7179868" y="3510381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????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8499348" y="3439058"/>
            <a:ext cx="627644" cy="271028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Evidence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20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?? ??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515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Generate?Verify?Repair Loop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9601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???? ???, ????, ??? repair request? ??? ?? ?????.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84831"/>
            <a:ext cx="47091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??? ??? ?? 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??? ?? ?? ?? ????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 lineage? ?? ?? ?? ?? ??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6492240" y="2611526"/>
            <a:ext cx="1448409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940649" y="2611526"/>
            <a:ext cx="1843431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8335670" y="3236976"/>
            <a:ext cx="144841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6492240" y="3236976"/>
            <a:ext cx="184343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150607" y="2710281"/>
            <a:ext cx="790042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940649" y="2710281"/>
            <a:ext cx="362103" cy="151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7512710" y="2861706"/>
            <a:ext cx="790042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7150607" y="2940710"/>
            <a:ext cx="362103" cy="1448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150607" y="2150668"/>
            <a:ext cx="0" cy="79004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940649" y="1920240"/>
            <a:ext cx="0" cy="790041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302752" y="2071664"/>
            <a:ext cx="0" cy="79004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512710" y="2295509"/>
            <a:ext cx="0" cy="79004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150607" y="1920240"/>
            <a:ext cx="790042" cy="230428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940649" y="1920240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7512710" y="2071664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7150607" y="2150668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808975" y="2512771"/>
            <a:ext cx="888797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697772" y="2512771"/>
            <a:ext cx="362103" cy="151424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8171078" y="2664195"/>
            <a:ext cx="888797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808975" y="2743200"/>
            <a:ext cx="362103" cy="144840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808975" y="1623974"/>
            <a:ext cx="0" cy="1119226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697772" y="1393545"/>
            <a:ext cx="0" cy="1119226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059875" y="1544970"/>
            <a:ext cx="0" cy="1119225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171078" y="1768815"/>
            <a:ext cx="0" cy="1119225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808975" y="1393545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697772" y="1393545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8171078" y="1544970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 flipV="1">
            <a:off x="7808975" y="1623974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467344" y="2776118"/>
            <a:ext cx="724204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191548" y="2776118"/>
            <a:ext cx="362103" cy="151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8829446" y="2927543"/>
            <a:ext cx="724205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467344" y="3006547"/>
            <a:ext cx="362102" cy="1448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8467344" y="2348179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191548" y="2117750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553651" y="2269175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8829446" y="2493020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467344" y="2117750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191548" y="2117750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8829446" y="2269175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8467344" y="2348179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7677302" y="3105302"/>
            <a:ext cx="1119226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796528" y="3105302"/>
            <a:ext cx="362102" cy="151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039404" y="3256727"/>
            <a:ext cx="1119226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677302" y="3335731"/>
            <a:ext cx="362102" cy="1448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7677302" y="2743200"/>
            <a:ext cx="0" cy="592531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8796528" y="2512771"/>
            <a:ext cx="0" cy="592531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8630" y="2664195"/>
            <a:ext cx="0" cy="59253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8039404" y="2888040"/>
            <a:ext cx="0" cy="59253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7677302" y="2512771"/>
            <a:ext cx="1119226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8796528" y="2512771"/>
            <a:ext cx="362102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>
            <a:off x="8039404" y="2664195"/>
            <a:ext cx="1119226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 flipV="1">
            <a:off x="7677302" y="2743200"/>
            <a:ext cx="362102" cy="144840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6097219" y="3552992"/>
            <a:ext cx="1580083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6821424" y="3552992"/>
            <a:ext cx="1580083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8138159" y="3552992"/>
            <a:ext cx="1580084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389059" y="3552992"/>
            <a:ext cx="1580083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0113263" y="3552992"/>
            <a:ext cx="1580084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6755587" y="2282342"/>
            <a:ext cx="1185062" cy="4740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006486" y="2282342"/>
            <a:ext cx="1185062" cy="4740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9323222" y="2282342"/>
            <a:ext cx="1185062" cy="4740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6702552" y="1856232"/>
            <a:ext cx="1283817" cy="17830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7986369" y="2034540"/>
            <a:ext cx="927202" cy="64190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H="1">
            <a:off x="7736738" y="2676448"/>
            <a:ext cx="1176833" cy="356616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H="1">
            <a:off x="6595567" y="1856232"/>
            <a:ext cx="106985" cy="927201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6595567" y="2783433"/>
            <a:ext cx="748893" cy="89154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7344460" y="3033064"/>
            <a:ext cx="392278" cy="641909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7736738" y="3033064"/>
            <a:ext cx="927202" cy="570586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H="1" flipV="1">
            <a:off x="6702552" y="1856232"/>
            <a:ext cx="1961388" cy="174741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ounded Rectangle 165"/>
          <p:cNvSpPr/>
          <p:nvPr/>
        </p:nvSpPr>
        <p:spPr>
          <a:xfrm>
            <a:off x="6537960" y="1691640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7821777" y="1869948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8748979" y="2511856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7572146" y="2868472"/>
            <a:ext cx="627644" cy="271028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???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6430975" y="2618841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7179868" y="3510381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????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8499348" y="3439058"/>
            <a:ext cx="627644" cy="271028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Evidence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21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?? ??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515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Parking Evidence Loop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9601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??? ?? ??? ?? ?? ???? ?? ???? ?? ?????.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84831"/>
            <a:ext cx="47091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 ?? 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layout feasibility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 ? core/void/footprint repair ??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6492240" y="2611526"/>
            <a:ext cx="1448409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940649" y="2611526"/>
            <a:ext cx="1843431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8335670" y="3236976"/>
            <a:ext cx="144841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6492240" y="3236976"/>
            <a:ext cx="184343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150607" y="2710281"/>
            <a:ext cx="790042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940649" y="2710281"/>
            <a:ext cx="362103" cy="151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7512710" y="2861706"/>
            <a:ext cx="790042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7150607" y="2940710"/>
            <a:ext cx="362103" cy="1448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150607" y="2150668"/>
            <a:ext cx="0" cy="79004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940649" y="1920240"/>
            <a:ext cx="0" cy="790041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302752" y="2071664"/>
            <a:ext cx="0" cy="79004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512710" y="2295509"/>
            <a:ext cx="0" cy="79004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150607" y="1920240"/>
            <a:ext cx="790042" cy="230428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940649" y="1920240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7512710" y="2071664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7150607" y="2150668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808975" y="2512771"/>
            <a:ext cx="888797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697772" y="2512771"/>
            <a:ext cx="362103" cy="151424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8171078" y="2664195"/>
            <a:ext cx="888797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808975" y="2743200"/>
            <a:ext cx="362103" cy="144840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808975" y="1623974"/>
            <a:ext cx="0" cy="1119226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697772" y="1393545"/>
            <a:ext cx="0" cy="1119226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059875" y="1544970"/>
            <a:ext cx="0" cy="1119225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171078" y="1768815"/>
            <a:ext cx="0" cy="1119225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808975" y="1393545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697772" y="1393545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8171078" y="1544970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 flipV="1">
            <a:off x="7808975" y="1623974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467344" y="2776118"/>
            <a:ext cx="724204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191548" y="2776118"/>
            <a:ext cx="362103" cy="151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8829446" y="2927543"/>
            <a:ext cx="724205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467344" y="3006547"/>
            <a:ext cx="362102" cy="1448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8467344" y="2348179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191548" y="2117750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553651" y="2269175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8829446" y="2493020"/>
            <a:ext cx="0" cy="658368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467344" y="2117750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191548" y="2117750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8829446" y="2269175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8467344" y="2348179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7677302" y="3105302"/>
            <a:ext cx="1119226" cy="230429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796528" y="3105302"/>
            <a:ext cx="362102" cy="15142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039404" y="3256727"/>
            <a:ext cx="1119226" cy="223845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677302" y="3335731"/>
            <a:ext cx="362102" cy="144841"/>
          </a:xfrm>
          <a:prstGeom prst="line">
            <a:avLst/>
          </a:prstGeom>
          <a:ln w="2032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7677302" y="2743200"/>
            <a:ext cx="0" cy="592531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8796528" y="2512771"/>
            <a:ext cx="0" cy="592531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8630" y="2664195"/>
            <a:ext cx="0" cy="59253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8039404" y="2888040"/>
            <a:ext cx="0" cy="592532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7677302" y="2512771"/>
            <a:ext cx="1119226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8796528" y="2512771"/>
            <a:ext cx="362102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>
            <a:off x="8039404" y="2664195"/>
            <a:ext cx="1119226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 flipV="1">
            <a:off x="7677302" y="2743200"/>
            <a:ext cx="362102" cy="144840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6097219" y="3552992"/>
            <a:ext cx="1580083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6821424" y="3552992"/>
            <a:ext cx="1580083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8138159" y="3552992"/>
            <a:ext cx="1580084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389059" y="3552992"/>
            <a:ext cx="1580083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0113263" y="3552992"/>
            <a:ext cx="1580084" cy="704454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6755587" y="2282342"/>
            <a:ext cx="1185062" cy="4740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006486" y="2282342"/>
            <a:ext cx="1185062" cy="4740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9323222" y="2282342"/>
            <a:ext cx="1185062" cy="474025"/>
          </a:xfrm>
          <a:prstGeom prst="line">
            <a:avLst/>
          </a:prstGeom>
          <a:ln w="1016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6702552" y="1856232"/>
            <a:ext cx="1283817" cy="17830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7986369" y="2034540"/>
            <a:ext cx="927202" cy="64190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H="1">
            <a:off x="7736738" y="2676448"/>
            <a:ext cx="1176833" cy="356616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H="1">
            <a:off x="6595567" y="1856232"/>
            <a:ext cx="106985" cy="927201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6595567" y="2783433"/>
            <a:ext cx="748893" cy="89154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7344460" y="3033064"/>
            <a:ext cx="392278" cy="641909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7736738" y="3033064"/>
            <a:ext cx="927202" cy="570586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H="1" flipV="1">
            <a:off x="6702552" y="1856232"/>
            <a:ext cx="1961388" cy="174741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ounded Rectangle 165"/>
          <p:cNvSpPr/>
          <p:nvPr/>
        </p:nvSpPr>
        <p:spPr>
          <a:xfrm>
            <a:off x="6537960" y="1691640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7821777" y="1869948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8748979" y="2511856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7572146" y="2868472"/>
            <a:ext cx="627644" cy="271028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???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6430975" y="2618841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7179868" y="3510381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????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8499348" y="3439058"/>
            <a:ext cx="627644" cy="271028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Evidence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22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?? ??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515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?? ??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9601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?? ???? MAAS ??? ??, section profile, parking graph, AG-light ?? ??? ?????.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49834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MAAS benchmark ? section-profile verification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parking graph/count/layout checks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Neo4j law/provenance graph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AG-light multi-agent team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565392" y="2039112"/>
            <a:ext cx="1514246" cy="210312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079638" y="2249424"/>
            <a:ext cx="1093622" cy="75712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7785201" y="3006547"/>
            <a:ext cx="1388059" cy="420624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6439204" y="2039112"/>
            <a:ext cx="126188" cy="1093622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439204" y="3132734"/>
            <a:ext cx="883311" cy="105156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322515" y="3427171"/>
            <a:ext cx="462686" cy="75712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785201" y="3427171"/>
            <a:ext cx="1093623" cy="67299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6565392" y="2039112"/>
            <a:ext cx="2313432" cy="2061057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6400800" y="1874519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915046" y="2084831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008668" y="2841955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620609" y="3262579"/>
            <a:ext cx="740298" cy="31967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???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74612" y="2968142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157923" y="4019702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????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714232" y="3935577"/>
            <a:ext cx="740298" cy="31967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Evidence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23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?? ??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515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?? ??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9601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?? ?? ??? ?? ???? ?? ??, section connector evidence? ???? ?????.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49834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successful_scenarios = 4/4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feature_count = 80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scenario? 20 unique shapes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section_connector_feature_count = 11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legal_pass_rate = 1.0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565392" y="2039112"/>
            <a:ext cx="1514246" cy="210312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079638" y="2249424"/>
            <a:ext cx="1093622" cy="75712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7785201" y="3006547"/>
            <a:ext cx="1388059" cy="420624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6439204" y="2039112"/>
            <a:ext cx="126188" cy="1093622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439204" y="3132734"/>
            <a:ext cx="883311" cy="105156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322515" y="3427171"/>
            <a:ext cx="462686" cy="75712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785201" y="3427171"/>
            <a:ext cx="1093623" cy="67299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6565392" y="2039112"/>
            <a:ext cx="2313432" cy="2061057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6400800" y="1874519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915046" y="2084831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008668" y="2841955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620609" y="3262579"/>
            <a:ext cx="740298" cy="31967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???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74612" y="2968142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157923" y="4019702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????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714232" y="3935577"/>
            <a:ext cx="740298" cy="31967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Evidence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24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?? ??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515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?? ??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9601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?? ???? ??? ??? ??? ???? ???? ?????.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49834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 ???? 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 ?? ???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 ???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evidence completeness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agent repair trace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565392" y="2039112"/>
            <a:ext cx="1514246" cy="210312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079638" y="2249424"/>
            <a:ext cx="1093622" cy="75712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7785201" y="3006547"/>
            <a:ext cx="1388059" cy="420624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6439204" y="2039112"/>
            <a:ext cx="126188" cy="1093622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439204" y="3132734"/>
            <a:ext cx="883311" cy="105156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322515" y="3427171"/>
            <a:ext cx="462686" cy="75712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785201" y="3427171"/>
            <a:ext cx="1093623" cy="67299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6565392" y="2039112"/>
            <a:ext cx="2313432" cy="2061057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6400800" y="1874519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915046" y="2084831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008668" y="2841955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620609" y="3262579"/>
            <a:ext cx="740298" cy="31967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???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74612" y="2968142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157923" y="4019702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????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714232" y="3935577"/>
            <a:ext cx="740298" cy="31967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Evidence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25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515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?? ??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9601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?? ?? ???? ?? ??? ??? ????, ?? ??? ??? ? ????.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49834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??? ??? ???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 ?? ??? ???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??? ?? ??? ?? decision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???-AI ?? ???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565392" y="2039112"/>
            <a:ext cx="1514246" cy="210312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079638" y="2249424"/>
            <a:ext cx="1093622" cy="75712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7785201" y="3006547"/>
            <a:ext cx="1388059" cy="420624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6439204" y="2039112"/>
            <a:ext cx="126188" cy="1093622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439204" y="3132734"/>
            <a:ext cx="883311" cy="105156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322515" y="3427171"/>
            <a:ext cx="462686" cy="75712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785201" y="3427171"/>
            <a:ext cx="1093623" cy="67299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6565392" y="2039112"/>
            <a:ext cx="2313432" cy="2061057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6400800" y="1874519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915046" y="2084831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008668" y="2841955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620609" y="3262579"/>
            <a:ext cx="740298" cy="31967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???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74612" y="2968142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157923" y="4019702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????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714232" y="3935577"/>
            <a:ext cx="740298" cy="31967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Evidence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26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515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?? ??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9601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? ??? ??? ???? ??? ??? ???? ?? ????? ?? ?????.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49834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 ?? ?? Graph DB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deterministic verifier ?? ??-??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multi-agent ??? repair/review workflow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evidence? candidate lineage ??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565392" y="2039112"/>
            <a:ext cx="1514246" cy="210312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079638" y="2249424"/>
            <a:ext cx="1093622" cy="75712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7785201" y="3006547"/>
            <a:ext cx="1388059" cy="420624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6439204" y="2039112"/>
            <a:ext cx="126188" cy="1093622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439204" y="3132734"/>
            <a:ext cx="883311" cy="105156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322515" y="3427171"/>
            <a:ext cx="462686" cy="75712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785201" y="3427171"/>
            <a:ext cx="1093623" cy="67299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6565392" y="2039112"/>
            <a:ext cx="2313432" cy="2061057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6400800" y="1874519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915046" y="2084831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008668" y="2841955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620609" y="3262579"/>
            <a:ext cx="740298" cy="31967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???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74612" y="2968142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157923" y="4019702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????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714232" y="3935577"/>
            <a:ext cx="740298" cy="31967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Evidence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8E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27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515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9601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???? ???? ??? ?? ??? ??? ?? ??? ?????.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49834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??? geometry? ?? ??? ?? ???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Graph DB ?? 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??? multi-agent ?? ??</a:t>
            </a:r>
          </a:p>
          <a:p>
            <a:pPr>
              <a:spcAft>
                <a:spcPts val="9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?? ??? ????? ???? ??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565392" y="2039112"/>
            <a:ext cx="1514246" cy="210312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079638" y="2249424"/>
            <a:ext cx="1093622" cy="75712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7785201" y="3006547"/>
            <a:ext cx="1388059" cy="420624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6439204" y="2039112"/>
            <a:ext cx="126188" cy="1093622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439204" y="3132734"/>
            <a:ext cx="883311" cy="105156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322515" y="3427171"/>
            <a:ext cx="462686" cy="75712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785201" y="3427171"/>
            <a:ext cx="1093623" cy="67299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6565392" y="2039112"/>
            <a:ext cx="2313432" cy="2061057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6400800" y="1874519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915046" y="2084831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008668" y="2841955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620609" y="3262579"/>
            <a:ext cx="740298" cy="31967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???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74612" y="2968142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157923" y="4019702"/>
            <a:ext cx="740298" cy="31967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????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714232" y="3935577"/>
            <a:ext cx="740298" cy="31967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